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C19A8-0106-1250-0A9E-52395DAED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A96E98-E8DA-A198-2428-CB2852B0F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8AABF-E218-70B0-540D-255CD6DE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942451-E5AC-E2D6-D414-4A1E1503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B9CE86-320F-6528-16D3-B0E203B8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4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4430F-2FE8-8089-DD73-3ACD24AE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90551-3424-7778-F786-6515B9B2A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7B93F-71FC-2223-4740-5386FAAE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09AF9E-EC31-7801-2FE1-7B52DD37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72248-9FA5-7204-E065-99FEA022D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2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0C2DB-B6EA-232A-3929-B2667319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F3C647-5991-2AC8-7920-C25476F6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85BE64-1314-80A9-A863-A2AA580F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A29E8-5E48-327B-AB17-A952D633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37D74-FEBE-ABE5-F296-2094D4B4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8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DECE6-1974-8090-F511-E7A435F2F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109A07-02EF-F7E4-22B8-E92436B64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F20D15-E270-5E0F-EFD3-2802CA752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C5E593-9FE1-B1F0-3E15-5DBC4670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2D2689-2D3C-EF4A-A43C-A71A6FC5F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2C40D-E14A-1739-781C-9255E1E5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1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C887-B30B-66C9-1738-C413B2D4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FC209-203B-7106-F156-44CB25EB8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1777E3-D7FB-E1C9-C40D-D36B9505B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7E2384-E410-F2C7-5408-9A3193C5C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C6AB17-79B5-91E3-759B-403CE10B3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4D299C-30F0-2A4A-FC30-2E85D616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950CCC-5565-DE83-9670-4688AF3D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4DACE9-2D2E-653B-5CFE-5CE56C77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78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4B129-4191-24A8-DD65-6A96CF9D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2A79DB-6B93-9B7C-F8F9-E7E4B43C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6C37D0-5630-2699-C2F6-FD1256FA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0AAB21-727C-8E5C-511A-762F2C33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53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22793B-9AA4-9812-09AD-863E2A32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325FA-0DFB-B341-1D95-599E75E7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CA01B5-BCA7-A576-A03B-ADF9B141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11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CFC5B-7ED7-A6E4-B60E-33B5C1B3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3E608-9760-E052-FFD9-498B46D8E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513A4E-2B83-DF8D-A6CA-99191713D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25CEA4-953A-4D3D-4691-087B6DB7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2850C1-3A16-B046-8D7D-BA4737C4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32254A-F6A1-A18D-257C-DEADF38F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1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1DDB9-1BDF-DC1D-BF33-D3A98D0B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ED0B0F-E0CD-25A1-9D05-A750893E1D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8E9F6E-F9EE-A460-1E86-89F8457EC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479FFD-1FD4-CB78-7689-0D174F5F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3653F-CAE7-7554-48F1-291BAC49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6BA591-8E2B-1B6F-767C-B8662188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47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2AD06-93AE-D14E-E7C6-356E6C65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B95209-4081-9CF0-2C0F-EDA0DAAD8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707375-5498-7890-C597-D97A53AB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3A7DD-9B86-7693-5FFF-B2BAD670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D4E5A-B17E-5DC0-1B58-917D2904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76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9866F6-A72E-FDC1-2BEC-6539E246A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76742A-BD96-10FA-4F1E-072DAC71F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B30BEA-BA57-4A74-8452-F22F9D0A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37F30F-6C75-25CA-5EFE-96EB6964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D3801-6296-38CE-5747-4DECC7CB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06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44C3C9-837C-ACD8-B566-57E70240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089BE5-A15B-A459-45E1-91744D6FB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DB593-FE3A-3B60-8E4C-B003EA601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B653BB-B70C-4953-A7EB-4D321A03D2E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7DF60-7D2E-8FBB-AC97-F0CB04ED3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5C46E-B78B-2717-2BD2-37ACF70F5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8167-3FD0-4BB8-859C-C0506503E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7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FAC1C5C-E5A1-930D-CB04-1989AAB0B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14" y="452102"/>
            <a:ext cx="5449816" cy="595379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BA69E4-49DE-BD5F-BAFA-54D2C4D7E02B}"/>
              </a:ext>
            </a:extLst>
          </p:cNvPr>
          <p:cNvCxnSpPr/>
          <p:nvPr/>
        </p:nvCxnSpPr>
        <p:spPr>
          <a:xfrm>
            <a:off x="4631635" y="4750904"/>
            <a:ext cx="21170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0991A2-A4E3-F239-7B4A-9DB238132370}"/>
              </a:ext>
            </a:extLst>
          </p:cNvPr>
          <p:cNvSpPr txBox="1"/>
          <p:nvPr/>
        </p:nvSpPr>
        <p:spPr>
          <a:xfrm>
            <a:off x="5623891" y="2548595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날짜 수정</a:t>
            </a:r>
            <a:r>
              <a:rPr lang="en-US" altLang="ko-KR" dirty="0"/>
              <a:t>: 10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1D968-815E-5E8E-C0C5-899631E00149}"/>
              </a:ext>
            </a:extLst>
          </p:cNvPr>
          <p:cNvSpPr txBox="1"/>
          <p:nvPr/>
        </p:nvSpPr>
        <p:spPr>
          <a:xfrm>
            <a:off x="6901070" y="4718638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2026 10.12</a:t>
            </a:r>
            <a:r>
              <a:rPr lang="ko-KR" altLang="en-US" dirty="0"/>
              <a:t>년으로 이동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3F22A9-CF25-A832-3D7D-E4578D2B2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578" y="597672"/>
            <a:ext cx="4159057" cy="166362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497A7C-FDE2-B858-0BD0-A69B5136D7B6}"/>
              </a:ext>
            </a:extLst>
          </p:cNvPr>
          <p:cNvCxnSpPr/>
          <p:nvPr/>
        </p:nvCxnSpPr>
        <p:spPr>
          <a:xfrm>
            <a:off x="2146852" y="2842591"/>
            <a:ext cx="3975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E4D194A-6D0E-2774-760E-0097392394C2}"/>
              </a:ext>
            </a:extLst>
          </p:cNvPr>
          <p:cNvCxnSpPr/>
          <p:nvPr/>
        </p:nvCxnSpPr>
        <p:spPr>
          <a:xfrm>
            <a:off x="7248938" y="868017"/>
            <a:ext cx="3975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A3EF22E-98DA-02BE-4044-4F44AA3B0075}"/>
              </a:ext>
            </a:extLst>
          </p:cNvPr>
          <p:cNvCxnSpPr/>
          <p:nvPr/>
        </p:nvCxnSpPr>
        <p:spPr>
          <a:xfrm>
            <a:off x="7248937" y="2261295"/>
            <a:ext cx="3975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536B31C-E3C9-764F-0350-39B1B5D07E0D}"/>
              </a:ext>
            </a:extLst>
          </p:cNvPr>
          <p:cNvCxnSpPr/>
          <p:nvPr/>
        </p:nvCxnSpPr>
        <p:spPr>
          <a:xfrm>
            <a:off x="2146851" y="4903304"/>
            <a:ext cx="3975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944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72FD-80B9-1EC1-4C5A-9DE3C461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85D97B-0E0B-CBA7-F4C9-B65524380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83" y="598760"/>
            <a:ext cx="4201111" cy="1028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BBBEF7-161B-529E-3685-05F1109880C7}"/>
              </a:ext>
            </a:extLst>
          </p:cNvPr>
          <p:cNvSpPr txBox="1"/>
          <p:nvPr/>
        </p:nvSpPr>
        <p:spPr>
          <a:xfrm>
            <a:off x="4326837" y="660162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=&gt; 309/310</a:t>
            </a:r>
            <a:r>
              <a:rPr lang="ko-KR" altLang="en-US" dirty="0"/>
              <a:t>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DB0BE2-9B2B-F5A6-F0A1-D411F59FC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83" y="2010369"/>
            <a:ext cx="3724795" cy="3524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008214-F53B-0A90-C77B-C87A1B2BF625}"/>
              </a:ext>
            </a:extLst>
          </p:cNvPr>
          <p:cNvSpPr txBox="1"/>
          <p:nvPr/>
        </p:nvSpPr>
        <p:spPr>
          <a:xfrm>
            <a:off x="4399724" y="1910955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=&gt; </a:t>
            </a:r>
            <a:r>
              <a:rPr lang="ko-KR" altLang="en-US" dirty="0"/>
              <a:t>지금은 감춰주세요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EEC57E-D23C-CC7E-73DE-CFBD1ED92709}"/>
              </a:ext>
            </a:extLst>
          </p:cNvPr>
          <p:cNvSpPr txBox="1"/>
          <p:nvPr/>
        </p:nvSpPr>
        <p:spPr>
          <a:xfrm>
            <a:off x="576471" y="1679034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@ </a:t>
            </a:r>
            <a:r>
              <a:rPr lang="ko-KR" altLang="en-US" dirty="0"/>
              <a:t>조직도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B03552-C29E-1AFC-CCC2-CF5437123265}"/>
              </a:ext>
            </a:extLst>
          </p:cNvPr>
          <p:cNvSpPr txBox="1"/>
          <p:nvPr/>
        </p:nvSpPr>
        <p:spPr>
          <a:xfrm>
            <a:off x="576470" y="315409"/>
            <a:ext cx="255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@ </a:t>
            </a:r>
            <a:r>
              <a:rPr lang="ko-KR" altLang="en-US" dirty="0"/>
              <a:t>최하단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E7A447B-70F6-4925-3476-E4294B8D5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51" y="2694178"/>
            <a:ext cx="5124888" cy="24229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64C73D-3437-3282-646F-0CFE049A3861}"/>
              </a:ext>
            </a:extLst>
          </p:cNvPr>
          <p:cNvSpPr txBox="1"/>
          <p:nvPr/>
        </p:nvSpPr>
        <p:spPr>
          <a:xfrm>
            <a:off x="6361046" y="4667407"/>
            <a:ext cx="512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이 메뉴 감춰주세요</a:t>
            </a:r>
            <a:endParaRPr lang="en-US" altLang="ko-KR" dirty="0"/>
          </a:p>
          <a:p>
            <a:r>
              <a:rPr lang="ko-KR" altLang="en-US" dirty="0"/>
              <a:t>   추후 보강 후 오픈 하겠습니다</a:t>
            </a:r>
          </a:p>
        </p:txBody>
      </p:sp>
    </p:spTree>
    <p:extLst>
      <p:ext uri="{BB962C8B-B14F-4D97-AF65-F5344CB8AC3E}">
        <p14:creationId xmlns:p14="http://schemas.microsoft.com/office/powerpoint/2010/main" val="183675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0EE4-9A32-0ED0-C36F-863CADE1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95085C-3901-81B4-FF00-0E517F326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69" y="1366877"/>
            <a:ext cx="7182948" cy="419199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8DCA693-920C-D8B5-C9A8-0440F6468309}"/>
              </a:ext>
            </a:extLst>
          </p:cNvPr>
          <p:cNvSpPr/>
          <p:nvPr/>
        </p:nvSpPr>
        <p:spPr>
          <a:xfrm>
            <a:off x="8279296" y="1722369"/>
            <a:ext cx="1550504" cy="437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05ED7C2-79B2-44CC-9661-BA84FADBCA96}"/>
              </a:ext>
            </a:extLst>
          </p:cNvPr>
          <p:cNvSpPr/>
          <p:nvPr/>
        </p:nvSpPr>
        <p:spPr>
          <a:xfrm>
            <a:off x="6588827" y="2591262"/>
            <a:ext cx="1550504" cy="437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B144A3E-C3CC-44DD-961A-6939C6DB50FB}"/>
              </a:ext>
            </a:extLst>
          </p:cNvPr>
          <p:cNvSpPr/>
          <p:nvPr/>
        </p:nvSpPr>
        <p:spPr>
          <a:xfrm>
            <a:off x="8349731" y="2591262"/>
            <a:ext cx="1550504" cy="437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5683C5C-DBD9-4E8F-CEF1-C0CB7B8AEB59}"/>
              </a:ext>
            </a:extLst>
          </p:cNvPr>
          <p:cNvSpPr/>
          <p:nvPr/>
        </p:nvSpPr>
        <p:spPr>
          <a:xfrm>
            <a:off x="10110635" y="2591262"/>
            <a:ext cx="1550504" cy="437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FADC8-72DC-F0B2-7790-D733089D662A}"/>
              </a:ext>
            </a:extLst>
          </p:cNvPr>
          <p:cNvSpPr txBox="1"/>
          <p:nvPr/>
        </p:nvSpPr>
        <p:spPr>
          <a:xfrm>
            <a:off x="6490643" y="996524"/>
            <a:ext cx="512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구조를 이렇게 부탁드립니다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45516-B428-6759-1FB2-78AB328DB22D}"/>
              </a:ext>
            </a:extLst>
          </p:cNvPr>
          <p:cNvSpPr txBox="1"/>
          <p:nvPr/>
        </p:nvSpPr>
        <p:spPr>
          <a:xfrm>
            <a:off x="8617229" y="1756363"/>
            <a:ext cx="12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김근지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3778AE-3EF4-3E8B-24CC-A57BF09E3EDB}"/>
              </a:ext>
            </a:extLst>
          </p:cNvPr>
          <p:cNvSpPr txBox="1"/>
          <p:nvPr/>
        </p:nvSpPr>
        <p:spPr>
          <a:xfrm>
            <a:off x="6926760" y="2611140"/>
            <a:ext cx="12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박혜진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80C22-438D-1C98-CC7D-490F646668DF}"/>
              </a:ext>
            </a:extLst>
          </p:cNvPr>
          <p:cNvSpPr txBox="1"/>
          <p:nvPr/>
        </p:nvSpPr>
        <p:spPr>
          <a:xfrm>
            <a:off x="8617228" y="2609556"/>
            <a:ext cx="12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최준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2EA38E-5FD1-DD66-16B4-F875354A4782}"/>
              </a:ext>
            </a:extLst>
          </p:cNvPr>
          <p:cNvSpPr txBox="1"/>
          <p:nvPr/>
        </p:nvSpPr>
        <p:spPr>
          <a:xfrm>
            <a:off x="10307696" y="2607972"/>
            <a:ext cx="12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방유진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8A2DC3-F822-A6C9-272F-2BDF028C6CBE}"/>
              </a:ext>
            </a:extLst>
          </p:cNvPr>
          <p:cNvSpPr txBox="1"/>
          <p:nvPr/>
        </p:nvSpPr>
        <p:spPr>
          <a:xfrm>
            <a:off x="576469" y="192733"/>
            <a:ext cx="512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 err="1"/>
              <a:t>메뉴명</a:t>
            </a:r>
            <a:r>
              <a:rPr lang="en-US" altLang="ko-KR" dirty="0"/>
              <a:t>: </a:t>
            </a:r>
            <a:r>
              <a:rPr lang="ko-KR" altLang="en-US" dirty="0"/>
              <a:t>주요 연구진 프로필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CA9D77-6C46-FB40-0B1C-0CD9BF0EEE63}"/>
              </a:ext>
            </a:extLst>
          </p:cNvPr>
          <p:cNvSpPr txBox="1"/>
          <p:nvPr/>
        </p:nvSpPr>
        <p:spPr>
          <a:xfrm>
            <a:off x="2087220" y="2791029"/>
            <a:ext cx="5124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영남대학교 </a:t>
            </a:r>
            <a:r>
              <a:rPr lang="en-US" altLang="ko-KR" sz="1400" dirty="0">
                <a:solidFill>
                  <a:srgbClr val="FF0000"/>
                </a:solidFill>
              </a:rPr>
              <a:t>~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~</a:t>
            </a:r>
            <a:r>
              <a:rPr lang="ko-KR" altLang="en-US" sz="1400" dirty="0">
                <a:solidFill>
                  <a:srgbClr val="FF0000"/>
                </a:solidFill>
              </a:rPr>
              <a:t>박사수료 </a:t>
            </a:r>
            <a:r>
              <a:rPr lang="en-US" altLang="ko-KR" sz="1400" dirty="0">
                <a:solidFill>
                  <a:srgbClr val="FF0000"/>
                </a:solidFill>
              </a:rPr>
              <a:t>(2026.8)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74A20E-839B-E7F2-8492-8EC0301A998F}"/>
              </a:ext>
            </a:extLst>
          </p:cNvPr>
          <p:cNvSpPr txBox="1"/>
          <p:nvPr/>
        </p:nvSpPr>
        <p:spPr>
          <a:xfrm>
            <a:off x="5391898" y="2461491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+</a:t>
            </a:r>
            <a:r>
              <a:rPr lang="ko-KR" altLang="en-US" sz="1400" dirty="0">
                <a:solidFill>
                  <a:srgbClr val="FF0000"/>
                </a:solidFill>
              </a:rPr>
              <a:t>전임 연구원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3CFA084-7E33-90A0-46CE-E8D54288DE49}"/>
              </a:ext>
            </a:extLst>
          </p:cNvPr>
          <p:cNvCxnSpPr/>
          <p:nvPr/>
        </p:nvCxnSpPr>
        <p:spPr>
          <a:xfrm>
            <a:off x="4174435" y="1682613"/>
            <a:ext cx="775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화살표: 오른쪽으로 구부러짐 29">
            <a:extLst>
              <a:ext uri="{FF2B5EF4-FFF2-40B4-BE49-F238E27FC236}">
                <a16:creationId xmlns:a16="http://schemas.microsoft.com/office/drawing/2014/main" id="{BF45961C-0996-9E71-78A5-F758F9F9F810}"/>
              </a:ext>
            </a:extLst>
          </p:cNvPr>
          <p:cNvSpPr/>
          <p:nvPr/>
        </p:nvSpPr>
        <p:spPr>
          <a:xfrm rot="11532460">
            <a:off x="5003766" y="1696194"/>
            <a:ext cx="312676" cy="437321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DB0B3-ABD8-7E03-B60A-5A64F67C3FCA}"/>
              </a:ext>
            </a:extLst>
          </p:cNvPr>
          <p:cNvSpPr txBox="1"/>
          <p:nvPr/>
        </p:nvSpPr>
        <p:spPr>
          <a:xfrm>
            <a:off x="5200251" y="1470972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위치이동 수석연구원  연구 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팀장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56CA18-4FC7-D890-5423-2D5C124D06DE}"/>
              </a:ext>
            </a:extLst>
          </p:cNvPr>
          <p:cNvSpPr txBox="1"/>
          <p:nvPr/>
        </p:nvSpPr>
        <p:spPr>
          <a:xfrm>
            <a:off x="1133394" y="3894236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위치이동 책임연구원  연구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팀장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48DB917-C33A-A550-59B6-2694755DD323}"/>
              </a:ext>
            </a:extLst>
          </p:cNvPr>
          <p:cNvCxnSpPr/>
          <p:nvPr/>
        </p:nvCxnSpPr>
        <p:spPr>
          <a:xfrm>
            <a:off x="346764" y="4042780"/>
            <a:ext cx="7752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화살표: 오른쪽으로 구부러짐 33">
            <a:extLst>
              <a:ext uri="{FF2B5EF4-FFF2-40B4-BE49-F238E27FC236}">
                <a16:creationId xmlns:a16="http://schemas.microsoft.com/office/drawing/2014/main" id="{D5F3DF21-D7B7-F17F-9B9F-0D2831B86B46}"/>
              </a:ext>
            </a:extLst>
          </p:cNvPr>
          <p:cNvSpPr/>
          <p:nvPr/>
        </p:nvSpPr>
        <p:spPr>
          <a:xfrm rot="11532460">
            <a:off x="1056825" y="4088616"/>
            <a:ext cx="312676" cy="437321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1C66A2-9D1B-6AB6-0EEF-72C2685E6040}"/>
              </a:ext>
            </a:extLst>
          </p:cNvPr>
          <p:cNvSpPr txBox="1"/>
          <p:nvPr/>
        </p:nvSpPr>
        <p:spPr>
          <a:xfrm>
            <a:off x="4598114" y="3853323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전임연구원  통계팀장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9D869B-47B4-283D-4AF8-19398FBF8263}"/>
              </a:ext>
            </a:extLst>
          </p:cNvPr>
          <p:cNvSpPr txBox="1"/>
          <p:nvPr/>
        </p:nvSpPr>
        <p:spPr>
          <a:xfrm>
            <a:off x="2938055" y="4292442"/>
            <a:ext cx="103301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사진은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모두 삭제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B963D4-C743-B705-3BF3-F2F0ECE6420F}"/>
              </a:ext>
            </a:extLst>
          </p:cNvPr>
          <p:cNvSpPr txBox="1"/>
          <p:nvPr/>
        </p:nvSpPr>
        <p:spPr>
          <a:xfrm>
            <a:off x="2839016" y="1682613"/>
            <a:ext cx="103301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사진은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모두 삭제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91419F-0BA8-A4CF-FA43-0B2FB5E7DBD2}"/>
              </a:ext>
            </a:extLst>
          </p:cNvPr>
          <p:cNvSpPr txBox="1"/>
          <p:nvPr/>
        </p:nvSpPr>
        <p:spPr>
          <a:xfrm>
            <a:off x="6695603" y="1885184"/>
            <a:ext cx="103301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사진은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모두 삭제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B99B97-3C91-4DD0-8C8E-1722FA06B1C8}"/>
              </a:ext>
            </a:extLst>
          </p:cNvPr>
          <p:cNvSpPr txBox="1"/>
          <p:nvPr/>
        </p:nvSpPr>
        <p:spPr>
          <a:xfrm>
            <a:off x="6561251" y="4307276"/>
            <a:ext cx="103301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사진은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모두 삭제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71ADF8-167F-278C-03D3-692FEAC46595}"/>
              </a:ext>
            </a:extLst>
          </p:cNvPr>
          <p:cNvSpPr txBox="1"/>
          <p:nvPr/>
        </p:nvSpPr>
        <p:spPr>
          <a:xfrm>
            <a:off x="1740193" y="5004383"/>
            <a:ext cx="5124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연구경력 </a:t>
            </a:r>
            <a:r>
              <a:rPr lang="en-US" altLang="ko-KR" sz="1400" dirty="0">
                <a:solidFill>
                  <a:srgbClr val="FF0000"/>
                </a:solidFill>
              </a:rPr>
              <a:t>8</a:t>
            </a:r>
            <a:r>
              <a:rPr lang="ko-KR" altLang="en-US" sz="1400" dirty="0">
                <a:solidFill>
                  <a:srgbClr val="FF0000"/>
                </a:solidFill>
              </a:rPr>
              <a:t>년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프로젝트 </a:t>
            </a:r>
            <a:r>
              <a:rPr lang="en-US" altLang="ko-KR" sz="1400" dirty="0">
                <a:solidFill>
                  <a:srgbClr val="FF0000"/>
                </a:solidFill>
              </a:rPr>
              <a:t>400</a:t>
            </a:r>
            <a:r>
              <a:rPr lang="ko-KR" altLang="en-US" sz="1400" dirty="0">
                <a:solidFill>
                  <a:srgbClr val="FF0000"/>
                </a:solidFill>
              </a:rPr>
              <a:t>회 </a:t>
            </a:r>
            <a:r>
              <a:rPr lang="ko-KR" altLang="en-US" sz="1400" dirty="0" err="1">
                <a:solidFill>
                  <a:srgbClr val="FF0000"/>
                </a:solidFill>
              </a:rPr>
              <a:t>이싱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F896A5-6BB9-957C-B55D-7B74B3206470}"/>
              </a:ext>
            </a:extLst>
          </p:cNvPr>
          <p:cNvSpPr txBox="1"/>
          <p:nvPr/>
        </p:nvSpPr>
        <p:spPr>
          <a:xfrm>
            <a:off x="5737743" y="5059709"/>
            <a:ext cx="2303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연구경력 </a:t>
            </a:r>
            <a:r>
              <a:rPr lang="en-US" altLang="ko-KR" sz="1400" dirty="0">
                <a:solidFill>
                  <a:srgbClr val="FF0000"/>
                </a:solidFill>
              </a:rPr>
              <a:t>5</a:t>
            </a:r>
            <a:r>
              <a:rPr lang="ko-KR" altLang="en-US" sz="1400" dirty="0">
                <a:solidFill>
                  <a:srgbClr val="FF0000"/>
                </a:solidFill>
              </a:rPr>
              <a:t>년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프로젝트 </a:t>
            </a:r>
            <a:r>
              <a:rPr lang="en-US" altLang="ko-KR" sz="1400" dirty="0">
                <a:solidFill>
                  <a:srgbClr val="FF0000"/>
                </a:solidFill>
              </a:rPr>
              <a:t>200</a:t>
            </a:r>
            <a:r>
              <a:rPr lang="ko-KR" altLang="en-US" sz="1400" dirty="0">
                <a:solidFill>
                  <a:srgbClr val="FF0000"/>
                </a:solidFill>
              </a:rPr>
              <a:t>회 </a:t>
            </a:r>
            <a:r>
              <a:rPr lang="ko-KR" altLang="en-US" sz="1400" dirty="0" err="1">
                <a:solidFill>
                  <a:srgbClr val="FF0000"/>
                </a:solidFill>
              </a:rPr>
              <a:t>이싱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0DD96DA-0417-BCB2-DA34-A3A18B1AA584}"/>
              </a:ext>
            </a:extLst>
          </p:cNvPr>
          <p:cNvCxnSpPr>
            <a:cxnSpLocks/>
          </p:cNvCxnSpPr>
          <p:nvPr/>
        </p:nvCxnSpPr>
        <p:spPr>
          <a:xfrm flipH="1">
            <a:off x="5249946" y="2591262"/>
            <a:ext cx="266271" cy="167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54311B2-9A61-BFBD-E248-D06EBE037DCA}"/>
              </a:ext>
            </a:extLst>
          </p:cNvPr>
          <p:cNvSpPr txBox="1"/>
          <p:nvPr/>
        </p:nvSpPr>
        <p:spPr>
          <a:xfrm>
            <a:off x="4100404" y="5527603"/>
            <a:ext cx="1721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 자격증 추가 </a:t>
            </a:r>
            <a:r>
              <a:rPr lang="en-US" altLang="ko-KR" sz="1400" dirty="0">
                <a:solidFill>
                  <a:srgbClr val="FF0000"/>
                </a:solidFill>
              </a:rPr>
              <a:t>SQLD</a:t>
            </a:r>
          </a:p>
        </p:txBody>
      </p:sp>
      <p:sp>
        <p:nvSpPr>
          <p:cNvPr id="2" name="화살표: 오른쪽으로 구부러짐 1">
            <a:extLst>
              <a:ext uri="{FF2B5EF4-FFF2-40B4-BE49-F238E27FC236}">
                <a16:creationId xmlns:a16="http://schemas.microsoft.com/office/drawing/2014/main" id="{C66215EB-81B1-E9D6-B51E-FB92D84D907E}"/>
              </a:ext>
            </a:extLst>
          </p:cNvPr>
          <p:cNvSpPr/>
          <p:nvPr/>
        </p:nvSpPr>
        <p:spPr>
          <a:xfrm rot="11532460">
            <a:off x="1092604" y="1689541"/>
            <a:ext cx="312676" cy="437321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3EA63-48FD-11F7-0968-D3C140644431}"/>
              </a:ext>
            </a:extLst>
          </p:cNvPr>
          <p:cNvSpPr txBox="1"/>
          <p:nvPr/>
        </p:nvSpPr>
        <p:spPr>
          <a:xfrm>
            <a:off x="1289089" y="1464319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위치이동 대표이사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E6DE1D5-E149-C36C-3713-4FE125F47ECA}"/>
              </a:ext>
            </a:extLst>
          </p:cNvPr>
          <p:cNvCxnSpPr/>
          <p:nvPr/>
        </p:nvCxnSpPr>
        <p:spPr>
          <a:xfrm>
            <a:off x="602479" y="1682613"/>
            <a:ext cx="43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D947359-2A44-FA49-7EB0-7BDEEA9A3D59}"/>
              </a:ext>
            </a:extLst>
          </p:cNvPr>
          <p:cNvSpPr txBox="1"/>
          <p:nvPr/>
        </p:nvSpPr>
        <p:spPr>
          <a:xfrm>
            <a:off x="230603" y="5966837"/>
            <a:ext cx="1175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소제목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전원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보유자격증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12" name="화살표: 오른쪽으로 구부러짐 11">
            <a:extLst>
              <a:ext uri="{FF2B5EF4-FFF2-40B4-BE49-F238E27FC236}">
                <a16:creationId xmlns:a16="http://schemas.microsoft.com/office/drawing/2014/main" id="{5D69FC38-21DC-8F61-5063-B97152720FE7}"/>
              </a:ext>
            </a:extLst>
          </p:cNvPr>
          <p:cNvSpPr/>
          <p:nvPr/>
        </p:nvSpPr>
        <p:spPr>
          <a:xfrm rot="11532460" flipH="1">
            <a:off x="220717" y="5215752"/>
            <a:ext cx="358704" cy="706524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39D1041-DFE6-27A5-C2E0-8B35EB1D9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78" y="542245"/>
            <a:ext cx="5772956" cy="6287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EB99CC-68A3-7203-DD51-74A496C11344}"/>
              </a:ext>
            </a:extLst>
          </p:cNvPr>
          <p:cNvSpPr txBox="1"/>
          <p:nvPr/>
        </p:nvSpPr>
        <p:spPr>
          <a:xfrm>
            <a:off x="6278401" y="394483"/>
            <a:ext cx="512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연구팀장 전원이 사회조사분석사 </a:t>
            </a:r>
            <a:r>
              <a:rPr lang="en-US" altLang="ko-KR" dirty="0"/>
              <a:t>2</a:t>
            </a:r>
            <a:r>
              <a:rPr lang="ko-KR" altLang="en-US" dirty="0"/>
              <a:t>급 자격증을 보유하고 있습니다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128B135-4B69-273B-CF3F-7C983D8C249E}"/>
              </a:ext>
            </a:extLst>
          </p:cNvPr>
          <p:cNvCxnSpPr>
            <a:cxnSpLocks/>
          </p:cNvCxnSpPr>
          <p:nvPr/>
        </p:nvCxnSpPr>
        <p:spPr>
          <a:xfrm>
            <a:off x="3939343" y="717648"/>
            <a:ext cx="21566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8B6AFA-CBC9-9FB3-D41E-8E29DA5968F9}"/>
              </a:ext>
            </a:extLst>
          </p:cNvPr>
          <p:cNvCxnSpPr>
            <a:cxnSpLocks/>
          </p:cNvCxnSpPr>
          <p:nvPr/>
        </p:nvCxnSpPr>
        <p:spPr>
          <a:xfrm flipV="1">
            <a:off x="627676" y="996524"/>
            <a:ext cx="1248749" cy="3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D85514C-68E9-9061-520D-6F3E9E7DB495}"/>
              </a:ext>
            </a:extLst>
          </p:cNvPr>
          <p:cNvCxnSpPr>
            <a:cxnSpLocks/>
          </p:cNvCxnSpPr>
          <p:nvPr/>
        </p:nvCxnSpPr>
        <p:spPr>
          <a:xfrm>
            <a:off x="2468998" y="3369575"/>
            <a:ext cx="6584089" cy="7470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29507F2-33D0-7854-1271-CBBF94F684C6}"/>
              </a:ext>
            </a:extLst>
          </p:cNvPr>
          <p:cNvSpPr txBox="1"/>
          <p:nvPr/>
        </p:nvSpPr>
        <p:spPr>
          <a:xfrm>
            <a:off x="8540338" y="4168928"/>
            <a:ext cx="365166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경력추가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광복회 독립영웅아카데미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기 수료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광복회 헤리티지아카데미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기 수료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ko-KR" sz="1400" dirty="0">
                <a:solidFill>
                  <a:srgbClr val="FF0000"/>
                </a:solidFill>
              </a:rPr>
              <a:t>한국보훈진흥회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회원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 err="1">
                <a:solidFill>
                  <a:srgbClr val="FF0000"/>
                </a:solidFill>
              </a:rPr>
              <a:t>한국로봇산업진흥원</a:t>
            </a:r>
            <a:r>
              <a:rPr lang="ko-KR" altLang="en-US" sz="1400" dirty="0">
                <a:solidFill>
                  <a:srgbClr val="FF0000"/>
                </a:solidFill>
              </a:rPr>
              <a:t> 자문위원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여의도동행봉사단 이사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3B11BA-9FBB-A33D-0D90-F1B9C2367F80}"/>
              </a:ext>
            </a:extLst>
          </p:cNvPr>
          <p:cNvSpPr txBox="1"/>
          <p:nvPr/>
        </p:nvSpPr>
        <p:spPr>
          <a:xfrm>
            <a:off x="3971065" y="6226437"/>
            <a:ext cx="848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</a:t>
            </a:r>
            <a:r>
              <a:rPr lang="ko-KR" altLang="en-US" dirty="0"/>
              <a:t>클라이언트 명단 및 </a:t>
            </a:r>
            <a:r>
              <a:rPr lang="en-US" altLang="ko-KR" dirty="0"/>
              <a:t>CI </a:t>
            </a:r>
            <a:r>
              <a:rPr lang="ko-KR" altLang="en-US" dirty="0" err="1"/>
              <a:t>전달드렸는데</a:t>
            </a:r>
            <a:r>
              <a:rPr lang="ko-KR" altLang="en-US" dirty="0"/>
              <a:t> 반영이 안된 것 같습니다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353A0-16D4-B4F7-AF18-205A7EDF730B}"/>
              </a:ext>
            </a:extLst>
          </p:cNvPr>
          <p:cNvSpPr txBox="1"/>
          <p:nvPr/>
        </p:nvSpPr>
        <p:spPr>
          <a:xfrm>
            <a:off x="4000095" y="1027090"/>
            <a:ext cx="5124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띄어쓰기 최 준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F2C310B-1391-CC39-AA9E-1C0D593F6A40}"/>
              </a:ext>
            </a:extLst>
          </p:cNvPr>
          <p:cNvCxnSpPr>
            <a:cxnSpLocks/>
          </p:cNvCxnSpPr>
          <p:nvPr/>
        </p:nvCxnSpPr>
        <p:spPr>
          <a:xfrm flipV="1">
            <a:off x="4562061" y="1299127"/>
            <a:ext cx="372069" cy="615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79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140</Words>
  <Application>Microsoft Office PowerPoint</Application>
  <PresentationFormat>와이드스크린</PresentationFormat>
  <Paragraphs>45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Symbol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kdw</dc:creator>
  <cp:lastModifiedBy>kdw</cp:lastModifiedBy>
  <cp:revision>3</cp:revision>
  <dcterms:created xsi:type="dcterms:W3CDTF">2026-10-12T06:06:01Z</dcterms:created>
  <dcterms:modified xsi:type="dcterms:W3CDTF">2026-10-12T08:23:48Z</dcterms:modified>
</cp:coreProperties>
</file>